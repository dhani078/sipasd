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PEMERINTAH PROVINSI KALIMANTAN SELATAN | DISPORA KALSEL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SIPASD: Rancang Bangun Sistem Informasi Pengelolaan Arsip Surat Berbasis Repositori Digital Terindeks</a:t>
            </a:r>
          </a:p>
          <a:p>
            <a:pPr>
              <a:spcAft>
                <a:spcPts val="3600"/>
              </a:spcAft>
              <a:defRPr sz="1600">
                <a:solidFill>
                  <a:srgbClr val="C5DBD2"/>
                </a:solidFill>
                <a:latin typeface="Arial"/>
              </a:defRPr>
            </a:pPr>
            <a:r>
              <a:t>Studi Kasus: Pengelolaan 420 Dokumen Korespondensi Fisik TA 2026 Sekretariat Dispora Kalsel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Penyusun: Muhammad Rizki Ramadhani (NPM: 2310010406)</a:t>
            </a:r>
            <a:br/>
            <a:r>
              <a:t>Program Studi S1 Teknik Informatika - Fakultas Teknologi Informasi</a:t>
            </a:r>
            <a:br/>
            <a:r>
              <a:t>Universitas Islam Kalimantan (UNISKA) Muhammad Arsyad Al Banjari Banjarmasin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rial"/>
              </a:rPr>
              <a:t>ANALISIS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4E3B"/>
                </a:solidFill>
                <a:latin typeface="Arial"/>
              </a:rPr>
              <a:t>Latar Belakang &amp; Masalah Riil Google Drive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64E3B"/>
                </a:solidFill>
                <a:latin typeface="Arial"/>
              </a:defRPr>
            </a:pPr>
            <a:r>
              <a:t>Kondisi Eksisting di Dispora Kalsel: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- 420 berkas fisik scan PDF tersimpan di Google Drive dinas tanpa metadata terstruktur (171 Surat Masuk, 249 Surat Keluar).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Penamaan file manual acak (contoh: '0973(14 Agustus 2026).pdf', '4302(1).pdf', '7480-82, 3 surat.pdf').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Waktu temu-kembali arsip memakan 15 hingga 30 menit karena staf harus membuka satu per satu berkas PDF.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Ketiadaan pencatatan riwayat disposisi fisik pimpinan dan tidak ada ekspor buku agenda resmi kedinasan.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Solusi Melalui Sistem SIPASD: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Katalog digital terindeks: Pencarian multi-kriteria memotong waktu temu-kembali menjadi &lt; 2 detik.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Penampil PDF bawaan (Built-in Viewer): Pembacaan dokumen langsung di browser tanpa unduh lokal.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Digitalisasi Disposisi Fisik: Perekaman instruksi pimpinan dan cetak lembar disposisi standar Pemprov (A4/F4).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Ekspor Buku Agenda Excel: Generator otomatis buku agenda persuratan dinas via exceljs.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- Arsitektur Zero Cost: Beroperasi gratis Rp 0,-/bulan pada TiDB Cloud Serverless dan Vercel Edge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rial"/>
              </a:rPr>
              <a:t>ARSITEKTUR &amp;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4E3B"/>
                </a:solidFill>
                <a:latin typeface="Arial"/>
              </a:rPr>
              <a:t>Arsitektur Sistem: Cloud Serverless (Zero Cost Guarantee)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  <a:latin typeface="Arial"/>
              </a:defRPr>
            </a:pPr>
            <a:r>
              <a:t>Frontend &amp; Hosting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Vercel Edge Network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Next.js 15 App Router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Tailwind CSS v4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TypeScript 5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Global CDN Anycast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Domain: sipasd.my.id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  <a:latin typeface="Arial"/>
              </a:defRPr>
            </a:pPr>
            <a:r>
              <a:t>Basis Data Relasional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TiDB Cloud Serverless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- 8 Tabel Relasional (3NF)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Region: Singapore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Latensi: &lt; 35 ms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Kuota Gratis: 25 GB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Zero Dummy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  <a:latin typeface="Arial"/>
              </a:defRPr>
            </a:pPr>
            <a:r>
              <a:t>Penyimpanan Ganda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Dual-Cloud Storage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Primer: Cloudinary CDN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(Streaming PDF &lt; 2s)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Sekunder: Google Drive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(Backup Akun Resmi Dinas)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- 411 Berkas PDF Riil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  <a:latin typeface="Arial"/>
              </a:defRPr>
            </a:pPr>
            <a:r>
              <a:t>Keamanan &amp; Akses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RBAC 4 Tingkat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JWT Cookie HttpOnly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Bcrypt Hash Password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- 4 Aktor Kedinasan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Audit Trail Logging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- OWASP Top 10 Compliant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rial"/>
              </a:rPr>
              <a:t>DESAIN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4E3B"/>
                </a:solidFill>
                <a:latin typeface="Arial"/>
              </a:rPr>
              <a:t>Skema Basis Data 8 Tabel Relasional (3NF - TiDB Cloud)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users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5 Akun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Data akun kedinasan, NIP, role RBAC, dan password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bidang_dispora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5 Bidang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Struktur 5 unit kerja: Sekr, Pora, Prestasi, Pemuda, Sapras.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klasifikasi_arsip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6 Kode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Master kode: 005 (Undangan), 426 (Olahraga), 800 (Pegawai), dll.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arsip_surat_masuk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170 Berkas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Metadata surat masuk pindaian riil TA 2026 terhubung Cloudinary.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riwayat_disposisi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Disposisi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Perekaman riwayat disposisi pimpinan, arahan, dan batas waktu.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931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069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arsip_surat_keluar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241 Berkas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Metadata surat keluar terregistrasi dinas TA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69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buku_ekspedisi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Ekspedisi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Pencatatan tanda terima pengiriman fisik berkas keluar.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9319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069080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4E3B"/>
                </a:solidFill>
                <a:latin typeface="Arial"/>
              </a:defRPr>
            </a:pPr>
            <a:r>
              <a:t>audit_logs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Audit Trail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Jejak rekaman aktivitas pengguna untuk kepatuhan keamanan.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Arial"/>
              </a:rPr>
              <a:t>FITUR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64E3B"/>
                </a:solidFill>
                <a:latin typeface="Arial"/>
              </a:rPr>
              <a:t>Implementasi Fitur Utama Sistem SIPASD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4E3B"/>
                </a:solidFill>
                <a:latin typeface="Arial"/>
              </a:defRPr>
            </a:pPr>
            <a:r>
              <a:t>1. Katalog &amp; Pencarian Instan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Temu-kembali 411 arsip persuratan dalam &lt; 2 detik. Multi-filter berdasarkan nomor agenda, nomor surat, instansi, perihal, dan 11 venue olahraga Banua.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4E3B"/>
                </a:solidFill>
                <a:latin typeface="Arial"/>
              </a:defRPr>
            </a:pPr>
            <a:r>
              <a:t>2. Split-Screen PDF Viewer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Panel terbagi menyajikan daftar tabel di sisi kiri dan penampil dokumen PDF fisik asli di sisi kanan. Terhubung API streaming signed URL Cloudinary anti-401.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4E3B"/>
                </a:solidFill>
                <a:latin typeface="Arial"/>
              </a:defRPr>
            </a:pPr>
            <a:r>
              <a:t>3. Cetak Disposisi Standar Pemprov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Format cetak lembar disposisi ukuran F4 dan A4 presisi sesuai standar Pergub Kalsel. Lengkap dengan kop dinas, opsi teruskan 5 bidang, dan arahan tertulis.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4E3B"/>
                </a:solidFill>
                <a:latin typeface="Arial"/>
              </a:defRPr>
            </a:pPr>
            <a:r>
              <a:t>4. Buku Agenda Excel Otomatis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Ekspor data persuratan langsung ke format spreadsheet Excel (.xlsx) rapi dengan header resmi kedinasan via exceljs untuk kebutuhan SPJ dinas.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Hasil Pengujian &amp; Kesimpulan Sidang Magang</a:t>
            </a:r>
          </a:p>
          <a:p>
            <a:pPr>
              <a:spcAft>
                <a:spcPts val="1200"/>
              </a:spcAft>
              <a:defRPr sz="1300">
                <a:solidFill>
                  <a:srgbClr val="DCF0E6"/>
                </a:solidFill>
                <a:latin typeface="Arial"/>
              </a:defRPr>
            </a:pPr>
            <a:r>
              <a:t>[V] 15 Skenario Uji Black Box Testing: 100% Valid dan Berhasil tanpa galat kompilasi (0 error).</a:t>
            </a:r>
          </a:p>
          <a:p>
            <a:pPr>
              <a:spcAft>
                <a:spcPts val="1200"/>
              </a:spcAft>
              <a:defRPr sz="1300">
                <a:solidFill>
                  <a:srgbClr val="DCF0E6"/>
                </a:solidFill>
                <a:latin typeface="Arial"/>
              </a:defRPr>
            </a:pPr>
            <a:r>
              <a:t>[V] Kecepatan Temu-Kembali: Terpangkas dari 15-30 menit di Google Drive menjadi rata-rata 1,2 detik pada sistem SIPASD.</a:t>
            </a:r>
          </a:p>
          <a:p>
            <a:pPr>
              <a:spcAft>
                <a:spcPts val="1200"/>
              </a:spcAft>
              <a:defRPr sz="1300">
                <a:solidFill>
                  <a:srgbClr val="DCF0E6"/>
                </a:solidFill>
                <a:latin typeface="Arial"/>
              </a:defRPr>
            </a:pPr>
            <a:r>
              <a:t>[V] Zero Dummy Data: 100% data riil 411 arsip TA 2026 terindeks dan tersambung ke basis data TiDB Cloud Serverless.</a:t>
            </a:r>
          </a:p>
          <a:p>
            <a:pPr>
              <a:spcAft>
                <a:spcPts val="1200"/>
              </a:spcAft>
              <a:defRPr sz="1300">
                <a:solidFill>
                  <a:srgbClr val="DCF0E6"/>
                </a:solidFill>
                <a:latin typeface="Arial"/>
              </a:defRPr>
            </a:pPr>
            <a:r>
              <a:t>[V] Akses Publik Resmi: Sistem telah aktif dan live pada domain resmi https://www.sipasd.my.id dengan sertifikat SSL valid.</a:t>
            </a:r>
          </a:p>
          <a:p>
            <a:pPr>
              <a:spcAft>
                <a:spcPts val="1200"/>
              </a:spcAft>
              <a:defRPr sz="1300">
                <a:solidFill>
                  <a:srgbClr val="DCF0E6"/>
                </a:solidFill>
                <a:latin typeface="Arial"/>
              </a:defRPr>
            </a:pPr>
            <a:r>
              <a:t>[V] Rencana Skripsi S1: Siap ditingkatkan dengan implementasi kecerdasan buatan OCR Tesseract dan Naive Bayes untuk klasifikasi surat otomatis.</a:t>
            </a:r>
          </a:p>
          <a:p>
            <a:br/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Terima Kasih - Dinas Kepemudaan dan Olahraga Provinsi Kalimantan Selatan &amp; FTI UNISKA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